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자 노트"/>
          <p:cNvSpPr txBox="1"/>
          <p:nvPr/>
        </p:nvSpPr>
        <p:spPr>
          <a:xfrm>
            <a:off x="0" y="0"/>
            <a:ext cx="6858000" cy="41148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marL="0" indent="0">
              <a:buNone/>
            </a:pPr>
            <a:r>
              <a:rPr lang="ko-KR" sz="1200" dirty="0"/>
              <a:t>발표자 노트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685800" y="457200"/>
            <a:ext cx="10820400" cy="10000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marL="0" indent="0">
              <a:buNone/>
            </a:pPr>
            <a:r>
              <a:rPr lang="ko-KR" sz="3200" b="1" dirty="0"/>
              <a:t>회귀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/>
          <p:cNvSpPr txBox="1"/>
          <p:nvPr/>
        </p:nvSpPr>
        <p:spPr>
          <a:xfrm>
            <a:off x="685800" y="457200"/>
            <a:ext cx="10820400" cy="10000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marL="0" indent="0">
              <a:buNone/>
            </a:pPr>
            <a:r>
              <a:rPr lang="ko-KR" sz="3200" b="1" dirty="0"/>
              <a:t>회귀 시험</a:t>
            </a:r>
          </a:p>
        </p:txBody>
      </p:sp>
      <p:sp>
        <p:nvSpPr>
          <p:cNvPr id="3" name="본문"/>
          <p:cNvSpPr txBox="1"/>
          <p:nvPr/>
        </p:nvSpPr>
        <p:spPr>
          <a:xfrm>
            <a:off x="685800" y="1700000"/>
            <a:ext cx="10820400" cy="4558000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marL="0" indent="0">
              <a:buNone/>
            </a:pPr>
            <a:r>
              <a:rPr lang="ko-KR" sz="2000" b="1" dirty="0"/>
              <a:t>소제목</a:t>
            </a:r>
          </a:p>
          <a:p>
            <a:pPr marL="285750" indent="-285750">
              <a:buChar char="•"/>
            </a:pPr>
            <a:r>
              <a:rPr lang="ko-KR" sz="1800" dirty="0"/>
              <a:t>하나</a:t>
            </a:r>
          </a:p>
          <a:p>
            <a:pPr marL="285750" indent="-285750">
              <a:buChar char="•"/>
            </a:pPr>
            <a:r>
              <a:rPr lang="ko-KR" sz="1800" dirty="0"/>
              <a:t>둘</a:t>
            </a:r>
          </a:p>
        </p:txBody>
      </p:sp>
      <p:graphicFrame>
        <p:nvGraphicFramePr>
          <p:cNvPr id="4" name="표4"/>
          <p:cNvGraphicFramePr/>
          <p:nvPr/>
        </p:nvGraphicFramePr>
        <p:xfrm>
          <a:off x="685800" y="2800000"/>
          <a:ext cx="10820400" cy="740000"/>
        </p:xfrm>
        <a:graphic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370000">
                <a:tc>
                  <a:txBody>
                    <a:bodyPr/>
                    <a:lstStyle/>
                    <a:p>
                      <a:pPr algn="ctr"/>
                      <a:r>
                        <a:rPr lang="ko-KR" sz="1400" b="1" dirty="0"/>
                        <a:t>가</a:t>
                      </a:r>
                    </a:p>
                  </a:txBody>
                  <a:tcPr>
                    <a:solidFill>
                      <a:srgbClr val="DD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400" b="1" dirty="0"/>
                        <a:t>나</a:t>
                      </a:r>
                    </a:p>
                  </a:txBody>
                  <a:tcPr>
                    <a:solidFill>
                      <a:srgbClr val="DDE7F5"/>
                    </a:solidFill>
                  </a:tcPr>
                </a:tc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sz="1400" b="0" dirty="0"/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Lucy">
  <a:themeElements>
    <a:clrScheme name="Lucy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ucy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Luc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